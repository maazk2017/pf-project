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4" autoAdjust="0"/>
    <p:restoredTop sz="94660"/>
  </p:normalViewPr>
  <p:slideViewPr>
    <p:cSldViewPr snapToGrid="0">
      <p:cViewPr varScale="1">
        <p:scale>
          <a:sx n="79" d="100"/>
          <a:sy n="79" d="100"/>
        </p:scale>
        <p:origin x="120"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14:27:33.338"/>
    </inkml:context>
    <inkml:brush xml:id="br0">
      <inkml:brushProperty name="width" value="0.035" units="cm"/>
      <inkml:brushProperty name="height" value="0.035" units="cm"/>
    </inkml:brush>
  </inkml:definitions>
  <inkml:trace contextRef="#ctx0" brushRef="#br0">1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CE0C19-FEE1-41A9-858A-C17550700B70}" type="datetimeFigureOut">
              <a:rPr lang="en-PK" smtClean="0"/>
              <a:t>29/12/2025</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C705C2C-AD49-4DC0-A6F2-5644987F6FB3}" type="slidenum">
              <a:rPr lang="en-PK" smtClean="0"/>
              <a:t>‹#›</a:t>
            </a:fld>
            <a:endParaRPr lang="en-PK"/>
          </a:p>
        </p:txBody>
      </p:sp>
    </p:spTree>
    <p:extLst>
      <p:ext uri="{BB962C8B-B14F-4D97-AF65-F5344CB8AC3E}">
        <p14:creationId xmlns:p14="http://schemas.microsoft.com/office/powerpoint/2010/main" val="33563862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AC705C2C-AD49-4DC0-A6F2-5644987F6FB3}" type="slidenum">
              <a:rPr lang="en-PK" smtClean="0"/>
              <a:t>3</a:t>
            </a:fld>
            <a:endParaRPr lang="en-PK"/>
          </a:p>
        </p:txBody>
      </p:sp>
    </p:spTree>
    <p:extLst>
      <p:ext uri="{BB962C8B-B14F-4D97-AF65-F5344CB8AC3E}">
        <p14:creationId xmlns:p14="http://schemas.microsoft.com/office/powerpoint/2010/main" val="3455589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AC705C2C-AD49-4DC0-A6F2-5644987F6FB3}" type="slidenum">
              <a:rPr lang="en-PK" smtClean="0"/>
              <a:t>8</a:t>
            </a:fld>
            <a:endParaRPr lang="en-PK"/>
          </a:p>
        </p:txBody>
      </p:sp>
    </p:spTree>
    <p:extLst>
      <p:ext uri="{BB962C8B-B14F-4D97-AF65-F5344CB8AC3E}">
        <p14:creationId xmlns:p14="http://schemas.microsoft.com/office/powerpoint/2010/main" val="17107406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AC705C2C-AD49-4DC0-A6F2-5644987F6FB3}" type="slidenum">
              <a:rPr lang="en-PK" smtClean="0"/>
              <a:t>12</a:t>
            </a:fld>
            <a:endParaRPr lang="en-PK"/>
          </a:p>
        </p:txBody>
      </p:sp>
    </p:spTree>
    <p:extLst>
      <p:ext uri="{BB962C8B-B14F-4D97-AF65-F5344CB8AC3E}">
        <p14:creationId xmlns:p14="http://schemas.microsoft.com/office/powerpoint/2010/main" val="39945757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2AF4382-0792-487B-9331-B5B98630FA04}" type="datetimeFigureOut">
              <a:rPr lang="en-PK" smtClean="0"/>
              <a:t>29/12/2025</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F45491A5-6DFA-4548-941B-8C23BDC52C72}" type="slidenum">
              <a:rPr lang="en-PK" smtClean="0"/>
              <a:t>‹#›</a:t>
            </a:fld>
            <a:endParaRPr lang="en-PK"/>
          </a:p>
        </p:txBody>
      </p:sp>
    </p:spTree>
    <p:extLst>
      <p:ext uri="{BB962C8B-B14F-4D97-AF65-F5344CB8AC3E}">
        <p14:creationId xmlns:p14="http://schemas.microsoft.com/office/powerpoint/2010/main" val="2799497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AF4382-0792-487B-9331-B5B98630FA04}" type="datetimeFigureOut">
              <a:rPr lang="en-PK" smtClean="0"/>
              <a:t>29/12/2025</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F45491A5-6DFA-4548-941B-8C23BDC52C72}" type="slidenum">
              <a:rPr lang="en-PK" smtClean="0"/>
              <a:t>‹#›</a:t>
            </a:fld>
            <a:endParaRPr lang="en-PK"/>
          </a:p>
        </p:txBody>
      </p:sp>
    </p:spTree>
    <p:extLst>
      <p:ext uri="{BB962C8B-B14F-4D97-AF65-F5344CB8AC3E}">
        <p14:creationId xmlns:p14="http://schemas.microsoft.com/office/powerpoint/2010/main" val="19867276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AF4382-0792-487B-9331-B5B98630FA04}" type="datetimeFigureOut">
              <a:rPr lang="en-PK" smtClean="0"/>
              <a:t>29/12/2025</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F45491A5-6DFA-4548-941B-8C23BDC52C72}" type="slidenum">
              <a:rPr lang="en-PK" smtClean="0"/>
              <a:t>‹#›</a:t>
            </a:fld>
            <a:endParaRPr lang="en-PK"/>
          </a:p>
        </p:txBody>
      </p:sp>
    </p:spTree>
    <p:extLst>
      <p:ext uri="{BB962C8B-B14F-4D97-AF65-F5344CB8AC3E}">
        <p14:creationId xmlns:p14="http://schemas.microsoft.com/office/powerpoint/2010/main" val="12447447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2AF4382-0792-487B-9331-B5B98630FA04}" type="datetimeFigureOut">
              <a:rPr lang="en-PK" smtClean="0"/>
              <a:t>29/12/2025</a:t>
            </a:fld>
            <a:endParaRPr lang="en-PK"/>
          </a:p>
        </p:txBody>
      </p:sp>
      <p:sp>
        <p:nvSpPr>
          <p:cNvPr id="6" name="Footer Placeholder 5"/>
          <p:cNvSpPr>
            <a:spLocks noGrp="1"/>
          </p:cNvSpPr>
          <p:nvPr>
            <p:ph type="ftr" sz="quarter" idx="11"/>
          </p:nvPr>
        </p:nvSpPr>
        <p:spPr/>
        <p:txBody>
          <a:bodyPr/>
          <a:lstStyle/>
          <a:p>
            <a:endParaRPr lang="en-PK"/>
          </a:p>
        </p:txBody>
      </p:sp>
      <p:sp>
        <p:nvSpPr>
          <p:cNvPr id="7" name="Slide Number Placeholder 6"/>
          <p:cNvSpPr>
            <a:spLocks noGrp="1"/>
          </p:cNvSpPr>
          <p:nvPr>
            <p:ph type="sldNum" sz="quarter" idx="12"/>
          </p:nvPr>
        </p:nvSpPr>
        <p:spPr/>
        <p:txBody>
          <a:bodyPr/>
          <a:lstStyle/>
          <a:p>
            <a:fld id="{F45491A5-6DFA-4548-941B-8C23BDC52C72}" type="slidenum">
              <a:rPr lang="en-PK" smtClean="0"/>
              <a:t>‹#›</a:t>
            </a:fld>
            <a:endParaRPr lang="en-PK"/>
          </a:p>
        </p:txBody>
      </p:sp>
    </p:spTree>
    <p:extLst>
      <p:ext uri="{BB962C8B-B14F-4D97-AF65-F5344CB8AC3E}">
        <p14:creationId xmlns:p14="http://schemas.microsoft.com/office/powerpoint/2010/main" val="18687696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2AF4382-0792-487B-9331-B5B98630FA04}" type="datetimeFigureOut">
              <a:rPr lang="en-PK" smtClean="0"/>
              <a:t>29/12/2025</a:t>
            </a:fld>
            <a:endParaRPr lang="en-PK"/>
          </a:p>
        </p:txBody>
      </p:sp>
      <p:sp>
        <p:nvSpPr>
          <p:cNvPr id="8" name="Footer Placeholder 7"/>
          <p:cNvSpPr>
            <a:spLocks noGrp="1"/>
          </p:cNvSpPr>
          <p:nvPr>
            <p:ph type="ftr" sz="quarter" idx="11"/>
          </p:nvPr>
        </p:nvSpPr>
        <p:spPr/>
        <p:txBody>
          <a:bodyPr/>
          <a:lstStyle/>
          <a:p>
            <a:endParaRPr lang="en-PK"/>
          </a:p>
        </p:txBody>
      </p:sp>
      <p:sp>
        <p:nvSpPr>
          <p:cNvPr id="9" name="Slide Number Placeholder 8"/>
          <p:cNvSpPr>
            <a:spLocks noGrp="1"/>
          </p:cNvSpPr>
          <p:nvPr>
            <p:ph type="sldNum" sz="quarter" idx="12"/>
          </p:nvPr>
        </p:nvSpPr>
        <p:spPr/>
        <p:txBody>
          <a:bodyPr/>
          <a:lstStyle/>
          <a:p>
            <a:fld id="{F45491A5-6DFA-4548-941B-8C23BDC52C72}" type="slidenum">
              <a:rPr lang="en-PK" smtClean="0"/>
              <a:t>‹#›</a:t>
            </a:fld>
            <a:endParaRPr lang="en-PK"/>
          </a:p>
        </p:txBody>
      </p:sp>
    </p:spTree>
    <p:extLst>
      <p:ext uri="{BB962C8B-B14F-4D97-AF65-F5344CB8AC3E}">
        <p14:creationId xmlns:p14="http://schemas.microsoft.com/office/powerpoint/2010/main" val="16816915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2AF4382-0792-487B-9331-B5B98630FA04}" type="datetimeFigureOut">
              <a:rPr lang="en-PK" smtClean="0"/>
              <a:t>29/12/2025</a:t>
            </a:fld>
            <a:endParaRPr lang="en-PK"/>
          </a:p>
        </p:txBody>
      </p:sp>
      <p:sp>
        <p:nvSpPr>
          <p:cNvPr id="4" name="Footer Placeholder 3"/>
          <p:cNvSpPr>
            <a:spLocks noGrp="1"/>
          </p:cNvSpPr>
          <p:nvPr>
            <p:ph type="ftr" sz="quarter" idx="11"/>
          </p:nvPr>
        </p:nvSpPr>
        <p:spPr/>
        <p:txBody>
          <a:bodyPr/>
          <a:lstStyle/>
          <a:p>
            <a:endParaRPr lang="en-PK"/>
          </a:p>
        </p:txBody>
      </p:sp>
      <p:sp>
        <p:nvSpPr>
          <p:cNvPr id="5" name="Slide Number Placeholder 4"/>
          <p:cNvSpPr>
            <a:spLocks noGrp="1"/>
          </p:cNvSpPr>
          <p:nvPr>
            <p:ph type="sldNum" sz="quarter" idx="12"/>
          </p:nvPr>
        </p:nvSpPr>
        <p:spPr/>
        <p:txBody>
          <a:bodyPr/>
          <a:lstStyle/>
          <a:p>
            <a:fld id="{F45491A5-6DFA-4548-941B-8C23BDC52C72}" type="slidenum">
              <a:rPr lang="en-PK" smtClean="0"/>
              <a:t>‹#›</a:t>
            </a:fld>
            <a:endParaRPr lang="en-PK"/>
          </a:p>
        </p:txBody>
      </p:sp>
    </p:spTree>
    <p:extLst>
      <p:ext uri="{BB962C8B-B14F-4D97-AF65-F5344CB8AC3E}">
        <p14:creationId xmlns:p14="http://schemas.microsoft.com/office/powerpoint/2010/main" val="15254650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AF4382-0792-487B-9331-B5B98630FA04}" type="datetimeFigureOut">
              <a:rPr lang="en-PK" smtClean="0"/>
              <a:t>29/12/2025</a:t>
            </a:fld>
            <a:endParaRPr lang="en-PK"/>
          </a:p>
        </p:txBody>
      </p:sp>
      <p:sp>
        <p:nvSpPr>
          <p:cNvPr id="3" name="Footer Placeholder 2"/>
          <p:cNvSpPr>
            <a:spLocks noGrp="1"/>
          </p:cNvSpPr>
          <p:nvPr>
            <p:ph type="ftr" sz="quarter" idx="11"/>
          </p:nvPr>
        </p:nvSpPr>
        <p:spPr/>
        <p:txBody>
          <a:bodyPr/>
          <a:lstStyle/>
          <a:p>
            <a:endParaRPr lang="en-PK"/>
          </a:p>
        </p:txBody>
      </p:sp>
      <p:sp>
        <p:nvSpPr>
          <p:cNvPr id="4" name="Slide Number Placeholder 3"/>
          <p:cNvSpPr>
            <a:spLocks noGrp="1"/>
          </p:cNvSpPr>
          <p:nvPr>
            <p:ph type="sldNum" sz="quarter" idx="12"/>
          </p:nvPr>
        </p:nvSpPr>
        <p:spPr/>
        <p:txBody>
          <a:bodyPr/>
          <a:lstStyle/>
          <a:p>
            <a:fld id="{F45491A5-6DFA-4548-941B-8C23BDC52C72}" type="slidenum">
              <a:rPr lang="en-PK" smtClean="0"/>
              <a:t>‹#›</a:t>
            </a:fld>
            <a:endParaRPr lang="en-PK"/>
          </a:p>
        </p:txBody>
      </p:sp>
    </p:spTree>
    <p:extLst>
      <p:ext uri="{BB962C8B-B14F-4D97-AF65-F5344CB8AC3E}">
        <p14:creationId xmlns:p14="http://schemas.microsoft.com/office/powerpoint/2010/main" val="7392553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2AF4382-0792-487B-9331-B5B98630FA04}" type="datetimeFigureOut">
              <a:rPr lang="en-PK" smtClean="0"/>
              <a:t>29/12/2025</a:t>
            </a:fld>
            <a:endParaRPr lang="en-PK"/>
          </a:p>
        </p:txBody>
      </p:sp>
      <p:sp>
        <p:nvSpPr>
          <p:cNvPr id="6" name="Footer Placeholder 5"/>
          <p:cNvSpPr>
            <a:spLocks noGrp="1"/>
          </p:cNvSpPr>
          <p:nvPr>
            <p:ph type="ftr" sz="quarter" idx="11"/>
          </p:nvPr>
        </p:nvSpPr>
        <p:spPr/>
        <p:txBody>
          <a:bodyPr/>
          <a:lstStyle/>
          <a:p>
            <a:endParaRPr lang="en-PK"/>
          </a:p>
        </p:txBody>
      </p:sp>
      <p:sp>
        <p:nvSpPr>
          <p:cNvPr id="7" name="Slide Number Placeholder 6"/>
          <p:cNvSpPr>
            <a:spLocks noGrp="1"/>
          </p:cNvSpPr>
          <p:nvPr>
            <p:ph type="sldNum" sz="quarter" idx="12"/>
          </p:nvPr>
        </p:nvSpPr>
        <p:spPr/>
        <p:txBody>
          <a:bodyPr/>
          <a:lstStyle/>
          <a:p>
            <a:fld id="{F45491A5-6DFA-4548-941B-8C23BDC52C72}" type="slidenum">
              <a:rPr lang="en-PK" smtClean="0"/>
              <a:t>‹#›</a:t>
            </a:fld>
            <a:endParaRPr lang="en-PK"/>
          </a:p>
        </p:txBody>
      </p:sp>
    </p:spTree>
    <p:extLst>
      <p:ext uri="{BB962C8B-B14F-4D97-AF65-F5344CB8AC3E}">
        <p14:creationId xmlns:p14="http://schemas.microsoft.com/office/powerpoint/2010/main" val="19195680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2AF4382-0792-487B-9331-B5B98630FA04}" type="datetimeFigureOut">
              <a:rPr lang="en-PK" smtClean="0"/>
              <a:t>29/12/2025</a:t>
            </a:fld>
            <a:endParaRPr lang="en-PK"/>
          </a:p>
        </p:txBody>
      </p:sp>
      <p:sp>
        <p:nvSpPr>
          <p:cNvPr id="6" name="Footer Placeholder 5"/>
          <p:cNvSpPr>
            <a:spLocks noGrp="1"/>
          </p:cNvSpPr>
          <p:nvPr>
            <p:ph type="ftr" sz="quarter" idx="11"/>
          </p:nvPr>
        </p:nvSpPr>
        <p:spPr/>
        <p:txBody>
          <a:bodyPr/>
          <a:lstStyle/>
          <a:p>
            <a:endParaRPr lang="en-PK"/>
          </a:p>
        </p:txBody>
      </p:sp>
      <p:sp>
        <p:nvSpPr>
          <p:cNvPr id="7" name="Slide Number Placeholder 6"/>
          <p:cNvSpPr>
            <a:spLocks noGrp="1"/>
          </p:cNvSpPr>
          <p:nvPr>
            <p:ph type="sldNum" sz="quarter" idx="12"/>
          </p:nvPr>
        </p:nvSpPr>
        <p:spPr/>
        <p:txBody>
          <a:bodyPr/>
          <a:lstStyle/>
          <a:p>
            <a:fld id="{F45491A5-6DFA-4548-941B-8C23BDC52C72}" type="slidenum">
              <a:rPr lang="en-PK" smtClean="0"/>
              <a:t>‹#›</a:t>
            </a:fld>
            <a:endParaRPr lang="en-PK"/>
          </a:p>
        </p:txBody>
      </p:sp>
    </p:spTree>
    <p:extLst>
      <p:ext uri="{BB962C8B-B14F-4D97-AF65-F5344CB8AC3E}">
        <p14:creationId xmlns:p14="http://schemas.microsoft.com/office/powerpoint/2010/main" val="34297063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AF4382-0792-487B-9331-B5B98630FA04}" type="datetimeFigureOut">
              <a:rPr lang="en-PK" smtClean="0"/>
              <a:t>29/12/2025</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F45491A5-6DFA-4548-941B-8C23BDC52C72}" type="slidenum">
              <a:rPr lang="en-PK" smtClean="0"/>
              <a:t>‹#›</a:t>
            </a:fld>
            <a:endParaRPr lang="en-PK"/>
          </a:p>
        </p:txBody>
      </p:sp>
    </p:spTree>
    <p:extLst>
      <p:ext uri="{BB962C8B-B14F-4D97-AF65-F5344CB8AC3E}">
        <p14:creationId xmlns:p14="http://schemas.microsoft.com/office/powerpoint/2010/main" val="29554842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AF4382-0792-487B-9331-B5B98630FA04}" type="datetimeFigureOut">
              <a:rPr lang="en-PK" smtClean="0"/>
              <a:t>29/12/2025</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F45491A5-6DFA-4548-941B-8C23BDC52C72}" type="slidenum">
              <a:rPr lang="en-PK" smtClean="0"/>
              <a:t>‹#›</a:t>
            </a:fld>
            <a:endParaRPr lang="en-PK"/>
          </a:p>
        </p:txBody>
      </p:sp>
    </p:spTree>
    <p:extLst>
      <p:ext uri="{BB962C8B-B14F-4D97-AF65-F5344CB8AC3E}">
        <p14:creationId xmlns:p14="http://schemas.microsoft.com/office/powerpoint/2010/main" val="28702379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2AF4382-0792-487B-9331-B5B98630FA04}" type="datetimeFigureOut">
              <a:rPr lang="en-PK" smtClean="0"/>
              <a:t>29/12/2025</a:t>
            </a:fld>
            <a:endParaRPr lang="en-PK"/>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PK"/>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45491A5-6DFA-4548-941B-8C23BDC52C72}" type="slidenum">
              <a:rPr lang="en-PK" smtClean="0"/>
              <a:t>‹#›</a:t>
            </a:fld>
            <a:endParaRPr lang="en-PK"/>
          </a:p>
        </p:txBody>
      </p:sp>
    </p:spTree>
    <p:extLst>
      <p:ext uri="{BB962C8B-B14F-4D97-AF65-F5344CB8AC3E}">
        <p14:creationId xmlns:p14="http://schemas.microsoft.com/office/powerpoint/2010/main" val="340910690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customXml" Target="../ink/ink1.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Illustration of people on a blockchain">
            <a:extLst>
              <a:ext uri="{FF2B5EF4-FFF2-40B4-BE49-F238E27FC236}">
                <a16:creationId xmlns:a16="http://schemas.microsoft.com/office/drawing/2014/main" id="{59C10677-369D-DCFA-84E2-1CB6B4557F5B}"/>
              </a:ext>
            </a:extLst>
          </p:cNvPr>
          <p:cNvPicPr>
            <a:picLocks noChangeAspect="1"/>
          </p:cNvPicPr>
          <p:nvPr/>
        </p:nvPicPr>
        <p:blipFill>
          <a:blip r:embed="rId2">
            <a:alphaModFix amt="50000"/>
          </a:blip>
          <a:srcRect t="10383" b="1035"/>
          <a:stretch>
            <a:fillRect/>
          </a:stretch>
        </p:blipFill>
        <p:spPr>
          <a:xfrm>
            <a:off x="20" y="10"/>
            <a:ext cx="12191979" cy="6857990"/>
          </a:xfrm>
          <a:prstGeom prst="rect">
            <a:avLst/>
          </a:prstGeom>
        </p:spPr>
      </p:pic>
      <p:sp>
        <p:nvSpPr>
          <p:cNvPr id="2" name="Title 1">
            <a:extLst>
              <a:ext uri="{FF2B5EF4-FFF2-40B4-BE49-F238E27FC236}">
                <a16:creationId xmlns:a16="http://schemas.microsoft.com/office/drawing/2014/main" id="{18F3C094-7F0D-2D31-18B9-3CCE87BD19BC}"/>
              </a:ext>
            </a:extLst>
          </p:cNvPr>
          <p:cNvSpPr>
            <a:spLocks noGrp="1"/>
          </p:cNvSpPr>
          <p:nvPr>
            <p:ph type="ctrTitle"/>
          </p:nvPr>
        </p:nvSpPr>
        <p:spPr>
          <a:xfrm>
            <a:off x="762000" y="1137434"/>
            <a:ext cx="7848600" cy="3204429"/>
          </a:xfrm>
        </p:spPr>
        <p:txBody>
          <a:bodyPr anchor="t">
            <a:normAutofit/>
          </a:bodyPr>
          <a:lstStyle/>
          <a:p>
            <a:pPr algn="l"/>
            <a:r>
              <a:rPr lang="en-US" dirty="0"/>
              <a:t>Campus Event Management System (CEMS)</a:t>
            </a:r>
            <a:endParaRPr lang="en-PK" dirty="0"/>
          </a:p>
        </p:txBody>
      </p:sp>
      <p:sp>
        <p:nvSpPr>
          <p:cNvPr id="3" name="Subtitle 2">
            <a:extLst>
              <a:ext uri="{FF2B5EF4-FFF2-40B4-BE49-F238E27FC236}">
                <a16:creationId xmlns:a16="http://schemas.microsoft.com/office/drawing/2014/main" id="{929619CA-3065-1995-CA19-A8782E45A7E1}"/>
              </a:ext>
            </a:extLst>
          </p:cNvPr>
          <p:cNvSpPr>
            <a:spLocks noGrp="1"/>
          </p:cNvSpPr>
          <p:nvPr>
            <p:ph type="subTitle" idx="1"/>
          </p:nvPr>
        </p:nvSpPr>
        <p:spPr>
          <a:xfrm>
            <a:off x="762000" y="4792531"/>
            <a:ext cx="5334000" cy="1089423"/>
          </a:xfrm>
        </p:spPr>
        <p:txBody>
          <a:bodyPr anchor="b">
            <a:normAutofit/>
          </a:bodyPr>
          <a:lstStyle/>
          <a:p>
            <a:pPr algn="l"/>
            <a:r>
              <a:rPr lang="en-US" sz="1800" dirty="0">
                <a:solidFill>
                  <a:srgbClr val="FFFFFF"/>
                </a:solidFill>
              </a:rPr>
              <a:t>Name: Maaz Mustafa Khan Roll#cs251234</a:t>
            </a:r>
          </a:p>
          <a:p>
            <a:pPr algn="l"/>
            <a:r>
              <a:rPr lang="en-US" sz="1800" dirty="0">
                <a:solidFill>
                  <a:srgbClr val="FFFFFF"/>
                </a:solidFill>
              </a:rPr>
              <a:t>Junaid Ahmed Roll#cs251007</a:t>
            </a:r>
          </a:p>
          <a:p>
            <a:pPr algn="l"/>
            <a:r>
              <a:rPr lang="en-US" sz="1800" dirty="0">
                <a:solidFill>
                  <a:srgbClr val="FFFFFF"/>
                </a:solidFill>
              </a:rPr>
              <a:t>Rayyan Sohail Roll#cs251023</a:t>
            </a:r>
            <a:endParaRPr lang="ur-PK" sz="1800" dirty="0">
              <a:solidFill>
                <a:srgbClr val="FFFFFF"/>
              </a:solidFill>
            </a:endParaRPr>
          </a:p>
        </p:txBody>
      </p:sp>
    </p:spTree>
    <p:extLst>
      <p:ext uri="{BB962C8B-B14F-4D97-AF65-F5344CB8AC3E}">
        <p14:creationId xmlns:p14="http://schemas.microsoft.com/office/powerpoint/2010/main" val="42743651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B14C2221-2B8C-494D-9442-F812DF4E87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65E05E-A699-BAD2-7F8E-57F4DFD8934F}"/>
              </a:ext>
            </a:extLst>
          </p:cNvPr>
          <p:cNvSpPr>
            <a:spLocks noGrp="1"/>
          </p:cNvSpPr>
          <p:nvPr>
            <p:ph type="title"/>
          </p:nvPr>
        </p:nvSpPr>
        <p:spPr>
          <a:xfrm>
            <a:off x="838200" y="3513931"/>
            <a:ext cx="3143250" cy="2601119"/>
          </a:xfrm>
        </p:spPr>
        <p:txBody>
          <a:bodyPr anchor="t">
            <a:normAutofit/>
          </a:bodyPr>
          <a:lstStyle/>
          <a:p>
            <a:pPr algn="ctr"/>
            <a:r>
              <a:rPr lang="en-US" sz="4000"/>
              <a:t>Working Of Program</a:t>
            </a:r>
            <a:endParaRPr lang="en-PK" sz="4000"/>
          </a:p>
        </p:txBody>
      </p:sp>
      <p:pic>
        <p:nvPicPr>
          <p:cNvPr id="9" name="Graphic 8" descr="Programmer">
            <a:extLst>
              <a:ext uri="{FF2B5EF4-FFF2-40B4-BE49-F238E27FC236}">
                <a16:creationId xmlns:a16="http://schemas.microsoft.com/office/drawing/2014/main" id="{D7CD152F-B2EC-D8AE-7C1B-15CE4D6E208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981200" y="2429670"/>
            <a:ext cx="914400" cy="914400"/>
          </a:xfrm>
          <a:prstGeom prst="rect">
            <a:avLst/>
          </a:prstGeom>
        </p:spPr>
      </p:pic>
      <p:sp>
        <p:nvSpPr>
          <p:cNvPr id="10" name="Rectangle 2">
            <a:extLst>
              <a:ext uri="{FF2B5EF4-FFF2-40B4-BE49-F238E27FC236}">
                <a16:creationId xmlns:a16="http://schemas.microsoft.com/office/drawing/2014/main" id="{669ABE50-81BA-AAEA-55E4-2D366785F063}"/>
              </a:ext>
            </a:extLst>
          </p:cNvPr>
          <p:cNvSpPr>
            <a:spLocks noGrp="1" noChangeArrowheads="1"/>
          </p:cNvSpPr>
          <p:nvPr>
            <p:ph idx="1"/>
          </p:nvPr>
        </p:nvSpPr>
        <p:spPr bwMode="auto">
          <a:xfrm>
            <a:off x="4200652" y="730249"/>
            <a:ext cx="7153147" cy="538480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marL="0" lvl="0" indent="0" eaLnBrk="0" fontAlgn="base" hangingPunct="0">
              <a:spcBef>
                <a:spcPct val="0"/>
              </a:spcBef>
              <a:spcAft>
                <a:spcPts val="600"/>
              </a:spcAft>
              <a:buFontTx/>
              <a:buChar char="•"/>
            </a:pPr>
            <a:r>
              <a:rPr lang="en-US" sz="1800" b="1"/>
              <a:t>Dual-Portal System:</a:t>
            </a:r>
            <a:r>
              <a:rPr lang="en-US" sz="1800"/>
              <a:t> Independent login environments for student registration and administrative management.</a:t>
            </a:r>
          </a:p>
          <a:p>
            <a:pPr marL="0" lvl="0" indent="0" eaLnBrk="0" fontAlgn="base" hangingPunct="0">
              <a:spcBef>
                <a:spcPct val="0"/>
              </a:spcBef>
              <a:spcAft>
                <a:spcPts val="600"/>
              </a:spcAft>
              <a:buFontTx/>
              <a:buChar char="•"/>
            </a:pPr>
            <a:endParaRPr lang="en-US" altLang="en-PK" sz="1800">
              <a:latin typeface="Arial" panose="020B0604020202020204" pitchFamily="34" charset="0"/>
            </a:endParaRPr>
          </a:p>
          <a:p>
            <a:pPr marL="0" lvl="0" indent="0" eaLnBrk="0" fontAlgn="base" hangingPunct="0">
              <a:spcBef>
                <a:spcPct val="0"/>
              </a:spcBef>
              <a:spcAft>
                <a:spcPts val="600"/>
              </a:spcAft>
              <a:buFontTx/>
              <a:buChar char="•"/>
            </a:pPr>
            <a:r>
              <a:rPr lang="en-US" sz="1800" b="1"/>
              <a:t>File-Based Persistence:</a:t>
            </a:r>
            <a:r>
              <a:rPr lang="en-US" sz="1800"/>
              <a:t> Permanent storage of events, bookings, and feedback using local .txt files.</a:t>
            </a:r>
          </a:p>
          <a:p>
            <a:pPr marL="0" lvl="0" indent="0" eaLnBrk="0" fontAlgn="base" hangingPunct="0">
              <a:spcBef>
                <a:spcPct val="0"/>
              </a:spcBef>
              <a:spcAft>
                <a:spcPts val="600"/>
              </a:spcAft>
              <a:buFontTx/>
              <a:buChar char="•"/>
            </a:pPr>
            <a:endParaRPr lang="en-US" altLang="en-PK" sz="1800">
              <a:latin typeface="Arial" panose="020B0604020202020204" pitchFamily="34" charset="0"/>
            </a:endParaRPr>
          </a:p>
          <a:p>
            <a:pPr marL="0" lvl="0" indent="0" eaLnBrk="0" fontAlgn="base" hangingPunct="0">
              <a:spcBef>
                <a:spcPct val="0"/>
              </a:spcBef>
              <a:spcAft>
                <a:spcPts val="600"/>
              </a:spcAft>
              <a:buFontTx/>
              <a:buChar char="•"/>
            </a:pPr>
            <a:r>
              <a:rPr lang="en-US" sz="1800" b="1"/>
              <a:t>Alphanumeric Validation:</a:t>
            </a:r>
            <a:r>
              <a:rPr lang="en-US" sz="1800"/>
              <a:t> Secure 8-character ID verification to ensure authentic student entry.</a:t>
            </a:r>
          </a:p>
          <a:p>
            <a:pPr marL="0" lvl="0" indent="0" eaLnBrk="0" fontAlgn="base" hangingPunct="0">
              <a:spcBef>
                <a:spcPct val="0"/>
              </a:spcBef>
              <a:spcAft>
                <a:spcPts val="600"/>
              </a:spcAft>
              <a:buFontTx/>
              <a:buChar char="•"/>
            </a:pPr>
            <a:endParaRPr lang="en-US" altLang="en-PK" sz="1800">
              <a:latin typeface="Arial" panose="020B0604020202020204" pitchFamily="34" charset="0"/>
            </a:endParaRPr>
          </a:p>
          <a:p>
            <a:pPr marL="0" lvl="0" indent="0" eaLnBrk="0" fontAlgn="base" hangingPunct="0">
              <a:spcBef>
                <a:spcPct val="0"/>
              </a:spcBef>
              <a:spcAft>
                <a:spcPts val="600"/>
              </a:spcAft>
              <a:buFontTx/>
              <a:buChar char="•"/>
            </a:pPr>
            <a:r>
              <a:rPr lang="en-US" sz="1800" b="1"/>
              <a:t>Automated Seat Allocation:</a:t>
            </a:r>
            <a:r>
              <a:rPr lang="en-US" sz="1800"/>
              <a:t> Dynamic generation of random seat numbers upon successful enrollment.</a:t>
            </a:r>
          </a:p>
          <a:p>
            <a:pPr marL="0" lvl="0" indent="0" eaLnBrk="0" fontAlgn="base" hangingPunct="0">
              <a:spcBef>
                <a:spcPct val="0"/>
              </a:spcBef>
              <a:spcAft>
                <a:spcPts val="600"/>
              </a:spcAft>
              <a:buFontTx/>
              <a:buChar char="•"/>
            </a:pPr>
            <a:endParaRPr lang="en-US" altLang="en-PK" sz="1800">
              <a:latin typeface="Arial" panose="020B0604020202020204" pitchFamily="34" charset="0"/>
            </a:endParaRPr>
          </a:p>
          <a:p>
            <a:pPr marL="0" lvl="0" indent="0" eaLnBrk="0" fontAlgn="base" hangingPunct="0">
              <a:spcBef>
                <a:spcPct val="0"/>
              </a:spcBef>
              <a:spcAft>
                <a:spcPts val="600"/>
              </a:spcAft>
              <a:buFontTx/>
              <a:buChar char="•"/>
            </a:pPr>
            <a:r>
              <a:rPr lang="en-US" sz="1800" b="1"/>
              <a:t>Administrative Control:</a:t>
            </a:r>
            <a:r>
              <a:rPr lang="en-US" sz="1800"/>
              <a:t> Password-protected access with a 3-attempt lockout for system security.</a:t>
            </a:r>
          </a:p>
          <a:p>
            <a:pPr marL="0" lvl="0" indent="0" eaLnBrk="0" fontAlgn="base" hangingPunct="0">
              <a:spcBef>
                <a:spcPct val="0"/>
              </a:spcBef>
              <a:spcAft>
                <a:spcPts val="600"/>
              </a:spcAft>
              <a:buFontTx/>
              <a:buChar char="•"/>
            </a:pPr>
            <a:endParaRPr lang="en-US" altLang="en-PK" sz="1800">
              <a:latin typeface="Arial" panose="020B0604020202020204" pitchFamily="34" charset="0"/>
            </a:endParaRPr>
          </a:p>
          <a:p>
            <a:pPr marL="0" lvl="0" indent="0" eaLnBrk="0" fontAlgn="base" hangingPunct="0">
              <a:spcBef>
                <a:spcPct val="0"/>
              </a:spcBef>
              <a:spcAft>
                <a:spcPts val="600"/>
              </a:spcAft>
              <a:buFontTx/>
              <a:buChar char="•"/>
            </a:pPr>
            <a:r>
              <a:rPr lang="en-US" sz="1800" b="1"/>
              <a:t>Simulated Enrollment:</a:t>
            </a:r>
            <a:r>
              <a:rPr lang="en-US" sz="1800"/>
              <a:t> Integrated logic for fee verification and real-time registration updates.</a:t>
            </a:r>
            <a:endParaRPr lang="en-US" altLang="en-PK" sz="1800">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endParaRPr kumimoji="0" lang="en-PK" altLang="en-PK" sz="1800" b="0" i="0" u="none" strike="noStrike" cap="none" normalizeH="0" baseline="0">
              <a:ln>
                <a:noFill/>
              </a:ln>
              <a:effectLst/>
              <a:latin typeface="Arial" panose="020B0604020202020204" pitchFamily="34" charset="0"/>
            </a:endParaRPr>
          </a:p>
        </p:txBody>
      </p:sp>
    </p:spTree>
    <p:extLst>
      <p:ext uri="{BB962C8B-B14F-4D97-AF65-F5344CB8AC3E}">
        <p14:creationId xmlns:p14="http://schemas.microsoft.com/office/powerpoint/2010/main" val="31437403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72D2928-CF2D-38C1-3593-F85ED65B4C5F}"/>
              </a:ext>
            </a:extLst>
          </p:cNvPr>
          <p:cNvPicPr>
            <a:picLocks noChangeAspect="1"/>
          </p:cNvPicPr>
          <p:nvPr/>
        </p:nvPicPr>
        <p:blipFill>
          <a:blip r:embed="rId3"/>
          <a:srcRect b="9823"/>
          <a:stretch>
            <a:fillRect/>
          </a:stretch>
        </p:blipFill>
        <p:spPr>
          <a:xfrm>
            <a:off x="20" y="10"/>
            <a:ext cx="12191980" cy="3710603"/>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p:spPr>
      </p:pic>
      <p:sp>
        <p:nvSpPr>
          <p:cNvPr id="3" name="Content Placeholder 2">
            <a:extLst>
              <a:ext uri="{FF2B5EF4-FFF2-40B4-BE49-F238E27FC236}">
                <a16:creationId xmlns:a16="http://schemas.microsoft.com/office/drawing/2014/main" id="{BBC8EB5D-7923-AB57-C976-7FE2FBCC757A}"/>
              </a:ext>
            </a:extLst>
          </p:cNvPr>
          <p:cNvSpPr>
            <a:spLocks noGrp="1"/>
          </p:cNvSpPr>
          <p:nvPr>
            <p:ph idx="1"/>
          </p:nvPr>
        </p:nvSpPr>
        <p:spPr>
          <a:xfrm>
            <a:off x="4223982" y="3752850"/>
            <a:ext cx="7485413" cy="2452687"/>
          </a:xfrm>
        </p:spPr>
        <p:txBody>
          <a:bodyPr anchor="ctr">
            <a:normAutofit fontScale="55000" lnSpcReduction="20000"/>
          </a:bodyPr>
          <a:lstStyle/>
          <a:p>
            <a:endParaRPr lang="en-US" sz="1500" dirty="0"/>
          </a:p>
          <a:p>
            <a:endParaRPr lang="en-US" sz="1500" dirty="0"/>
          </a:p>
          <a:p>
            <a:endParaRPr lang="en-US" sz="1500" dirty="0"/>
          </a:p>
          <a:p>
            <a:endParaRPr lang="en-US" sz="1500" dirty="0"/>
          </a:p>
          <a:p>
            <a:endParaRPr lang="en-US" sz="3200" dirty="0"/>
          </a:p>
          <a:p>
            <a:r>
              <a:rPr lang="en-US" sz="5100" dirty="0"/>
              <a:t>This is starting display of the program.</a:t>
            </a:r>
          </a:p>
          <a:p>
            <a:r>
              <a:rPr lang="en-US" sz="5100" dirty="0"/>
              <a:t>You are provided with dual login system 1</a:t>
            </a:r>
            <a:r>
              <a:rPr lang="en-US" sz="5100" baseline="30000" dirty="0"/>
              <a:t>st</a:t>
            </a:r>
            <a:r>
              <a:rPr lang="en-US" sz="5100" dirty="0"/>
              <a:t> as a student and 2</a:t>
            </a:r>
            <a:r>
              <a:rPr lang="en-US" sz="5100" baseline="30000" dirty="0"/>
              <a:t>nd</a:t>
            </a:r>
            <a:r>
              <a:rPr lang="en-US" sz="5100" dirty="0"/>
              <a:t> as admin.</a:t>
            </a:r>
            <a:endParaRPr lang="en-PK" sz="5100" dirty="0"/>
          </a:p>
        </p:txBody>
      </p:sp>
    </p:spTree>
    <p:extLst>
      <p:ext uri="{BB962C8B-B14F-4D97-AF65-F5344CB8AC3E}">
        <p14:creationId xmlns:p14="http://schemas.microsoft.com/office/powerpoint/2010/main" val="12480171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D7B6173-1D58-48E2-83CF-37350F315F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2EBFA83-D4DB-4CA0-B229-9E44634D7F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Picture 13">
            <a:extLst>
              <a:ext uri="{FF2B5EF4-FFF2-40B4-BE49-F238E27FC236}">
                <a16:creationId xmlns:a16="http://schemas.microsoft.com/office/drawing/2014/main" id="{B0DAC8FB-A162-44E3-A606-C855A03A5B0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88952" cy="6862380"/>
          </a:xfrm>
          <a:prstGeom prst="rect">
            <a:avLst/>
          </a:prstGeom>
        </p:spPr>
      </p:pic>
      <p:sp>
        <p:nvSpPr>
          <p:cNvPr id="16" name="Rectangle 15">
            <a:extLst>
              <a:ext uri="{FF2B5EF4-FFF2-40B4-BE49-F238E27FC236}">
                <a16:creationId xmlns:a16="http://schemas.microsoft.com/office/drawing/2014/main" id="{21BDEC81-16A7-4451-B893-C15000083B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26A515A1-4D80-430E-BE0A-71A290516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8542" y="729175"/>
            <a:ext cx="11099352" cy="5399650"/>
          </a:xfrm>
          <a:prstGeom prst="rect">
            <a:avLst/>
          </a:prstGeom>
          <a:solidFill>
            <a:schemeClr val="bg1"/>
          </a:solidFill>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pic>
        <p:nvPicPr>
          <p:cNvPr id="5" name="Picture 4">
            <a:extLst>
              <a:ext uri="{FF2B5EF4-FFF2-40B4-BE49-F238E27FC236}">
                <a16:creationId xmlns:a16="http://schemas.microsoft.com/office/drawing/2014/main" id="{83E03C07-AA22-0802-1A53-C7F28159CBEC}"/>
              </a:ext>
            </a:extLst>
          </p:cNvPr>
          <p:cNvPicPr>
            <a:picLocks noChangeAspect="1"/>
          </p:cNvPicPr>
          <p:nvPr/>
        </p:nvPicPr>
        <p:blipFill>
          <a:blip r:embed="rId3"/>
          <a:stretch>
            <a:fillRect/>
          </a:stretch>
        </p:blipFill>
        <p:spPr>
          <a:xfrm>
            <a:off x="749670" y="1532896"/>
            <a:ext cx="5468347" cy="2987397"/>
          </a:xfrm>
          <a:prstGeom prst="rect">
            <a:avLst/>
          </a:prstGeom>
        </p:spPr>
      </p:pic>
      <p:sp>
        <p:nvSpPr>
          <p:cNvPr id="3" name="Content Placeholder 2">
            <a:extLst>
              <a:ext uri="{FF2B5EF4-FFF2-40B4-BE49-F238E27FC236}">
                <a16:creationId xmlns:a16="http://schemas.microsoft.com/office/drawing/2014/main" id="{5737608C-7CB4-8F28-95B3-6721124724AE}"/>
              </a:ext>
            </a:extLst>
          </p:cNvPr>
          <p:cNvSpPr>
            <a:spLocks noGrp="1"/>
          </p:cNvSpPr>
          <p:nvPr>
            <p:ph idx="1"/>
          </p:nvPr>
        </p:nvSpPr>
        <p:spPr>
          <a:xfrm>
            <a:off x="6633291" y="2376904"/>
            <a:ext cx="4589328" cy="2987397"/>
          </a:xfrm>
        </p:spPr>
        <p:txBody>
          <a:bodyPr>
            <a:normAutofit lnSpcReduction="10000"/>
          </a:bodyPr>
          <a:lstStyle/>
          <a:p>
            <a:endParaRPr lang="en-US" sz="1500" dirty="0"/>
          </a:p>
          <a:p>
            <a:endParaRPr lang="en-US" sz="1500" dirty="0"/>
          </a:p>
          <a:p>
            <a:endParaRPr lang="en-US" sz="1500" dirty="0"/>
          </a:p>
          <a:p>
            <a:endParaRPr lang="en-US" sz="1500" dirty="0"/>
          </a:p>
          <a:p>
            <a:endParaRPr lang="en-US" sz="1500" dirty="0"/>
          </a:p>
          <a:p>
            <a:pPr marL="0" indent="0">
              <a:buNone/>
            </a:pPr>
            <a:r>
              <a:rPr lang="en-US" sz="2000" dirty="0"/>
              <a:t>The student login will be followed by asking an 8-character alphanumeric id to validate student’s identity, unable to provide correct student id will cause in termination of the program.</a:t>
            </a:r>
          </a:p>
          <a:p>
            <a:pPr marL="0" indent="0">
              <a:buNone/>
            </a:pPr>
            <a:endParaRPr lang="en-PK" sz="1500" dirty="0"/>
          </a:p>
        </p:txBody>
      </p:sp>
    </p:spTree>
    <p:extLst>
      <p:ext uri="{BB962C8B-B14F-4D97-AF65-F5344CB8AC3E}">
        <p14:creationId xmlns:p14="http://schemas.microsoft.com/office/powerpoint/2010/main" val="1622915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D7B6173-1D58-48E2-83CF-37350F315F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2EBFA83-D4DB-4CA0-B229-9E44634D7F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Picture 13">
            <a:extLst>
              <a:ext uri="{FF2B5EF4-FFF2-40B4-BE49-F238E27FC236}">
                <a16:creationId xmlns:a16="http://schemas.microsoft.com/office/drawing/2014/main" id="{B0DAC8FB-A162-44E3-A606-C855A03A5B0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88952" cy="6862380"/>
          </a:xfrm>
          <a:prstGeom prst="rect">
            <a:avLst/>
          </a:prstGeom>
        </p:spPr>
      </p:pic>
      <p:sp>
        <p:nvSpPr>
          <p:cNvPr id="16" name="Rectangle 15">
            <a:extLst>
              <a:ext uri="{FF2B5EF4-FFF2-40B4-BE49-F238E27FC236}">
                <a16:creationId xmlns:a16="http://schemas.microsoft.com/office/drawing/2014/main" id="{21BDEC81-16A7-4451-B893-C15000083B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26A515A1-4D80-430E-BE0A-71A290516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8542" y="729175"/>
            <a:ext cx="11099352" cy="5399650"/>
          </a:xfrm>
          <a:prstGeom prst="rect">
            <a:avLst/>
          </a:prstGeom>
          <a:solidFill>
            <a:schemeClr val="bg1"/>
          </a:solidFill>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pic>
        <p:nvPicPr>
          <p:cNvPr id="5" name="Picture 4">
            <a:extLst>
              <a:ext uri="{FF2B5EF4-FFF2-40B4-BE49-F238E27FC236}">
                <a16:creationId xmlns:a16="http://schemas.microsoft.com/office/drawing/2014/main" id="{CF05DAF2-C188-4D3A-86AA-48C7494B354A}"/>
              </a:ext>
            </a:extLst>
          </p:cNvPr>
          <p:cNvPicPr>
            <a:picLocks noChangeAspect="1"/>
          </p:cNvPicPr>
          <p:nvPr/>
        </p:nvPicPr>
        <p:blipFill>
          <a:blip r:embed="rId3"/>
          <a:stretch>
            <a:fillRect/>
          </a:stretch>
        </p:blipFill>
        <p:spPr>
          <a:xfrm>
            <a:off x="720807" y="1995559"/>
            <a:ext cx="5468347" cy="2858122"/>
          </a:xfrm>
          <a:prstGeom prst="rect">
            <a:avLst/>
          </a:prstGeom>
        </p:spPr>
      </p:pic>
      <p:sp>
        <p:nvSpPr>
          <p:cNvPr id="3" name="Content Placeholder 2">
            <a:extLst>
              <a:ext uri="{FF2B5EF4-FFF2-40B4-BE49-F238E27FC236}">
                <a16:creationId xmlns:a16="http://schemas.microsoft.com/office/drawing/2014/main" id="{C8C824A8-C83E-5CBC-AC67-95CFA6B1AC3A}"/>
              </a:ext>
            </a:extLst>
          </p:cNvPr>
          <p:cNvSpPr>
            <a:spLocks noGrp="1"/>
          </p:cNvSpPr>
          <p:nvPr>
            <p:ph idx="1"/>
          </p:nvPr>
        </p:nvSpPr>
        <p:spPr>
          <a:xfrm>
            <a:off x="6618860" y="2376904"/>
            <a:ext cx="4589328" cy="2987397"/>
          </a:xfrm>
        </p:spPr>
        <p:txBody>
          <a:bodyPr>
            <a:normAutofit/>
          </a:bodyPr>
          <a:lstStyle/>
          <a:p>
            <a:endParaRPr lang="en-US" sz="1800" dirty="0"/>
          </a:p>
          <a:p>
            <a:endParaRPr lang="en-US" sz="1800" dirty="0"/>
          </a:p>
          <a:p>
            <a:endParaRPr lang="en-US" sz="1800" dirty="0"/>
          </a:p>
          <a:p>
            <a:endParaRPr lang="en-US" sz="1800" dirty="0"/>
          </a:p>
          <a:p>
            <a:endParaRPr lang="en-US" sz="1800" dirty="0"/>
          </a:p>
          <a:p>
            <a:r>
              <a:rPr lang="en-US" sz="1800" dirty="0"/>
              <a:t>After student validation, you are provided with list of options related to the ongoing events.</a:t>
            </a:r>
            <a:endParaRPr lang="en-PK" sz="1800" dirty="0"/>
          </a:p>
        </p:txBody>
      </p:sp>
    </p:spTree>
    <p:extLst>
      <p:ext uri="{BB962C8B-B14F-4D97-AF65-F5344CB8AC3E}">
        <p14:creationId xmlns:p14="http://schemas.microsoft.com/office/powerpoint/2010/main" val="7535668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D7B6173-1D58-48E2-83CF-37350F315F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2EBFA83-D4DB-4CA0-B229-9E44634D7F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Picture 13">
            <a:extLst>
              <a:ext uri="{FF2B5EF4-FFF2-40B4-BE49-F238E27FC236}">
                <a16:creationId xmlns:a16="http://schemas.microsoft.com/office/drawing/2014/main" id="{B0DAC8FB-A162-44E3-A606-C855A03A5B0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88952" cy="6862380"/>
          </a:xfrm>
          <a:prstGeom prst="rect">
            <a:avLst/>
          </a:prstGeom>
        </p:spPr>
      </p:pic>
      <p:sp>
        <p:nvSpPr>
          <p:cNvPr id="16" name="Rectangle 15">
            <a:extLst>
              <a:ext uri="{FF2B5EF4-FFF2-40B4-BE49-F238E27FC236}">
                <a16:creationId xmlns:a16="http://schemas.microsoft.com/office/drawing/2014/main" id="{21BDEC81-16A7-4451-B893-C15000083B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26A515A1-4D80-430E-BE0A-71A290516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8542" y="729175"/>
            <a:ext cx="11099352" cy="5399650"/>
          </a:xfrm>
          <a:prstGeom prst="rect">
            <a:avLst/>
          </a:prstGeom>
          <a:solidFill>
            <a:schemeClr val="bg1"/>
          </a:solidFill>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pic>
        <p:nvPicPr>
          <p:cNvPr id="5" name="Picture 4">
            <a:extLst>
              <a:ext uri="{FF2B5EF4-FFF2-40B4-BE49-F238E27FC236}">
                <a16:creationId xmlns:a16="http://schemas.microsoft.com/office/drawing/2014/main" id="{118DBA8C-A177-7206-9419-AB24E01CCF70}"/>
              </a:ext>
            </a:extLst>
          </p:cNvPr>
          <p:cNvPicPr>
            <a:picLocks noChangeAspect="1"/>
          </p:cNvPicPr>
          <p:nvPr/>
        </p:nvPicPr>
        <p:blipFill>
          <a:blip r:embed="rId3"/>
          <a:stretch>
            <a:fillRect/>
          </a:stretch>
        </p:blipFill>
        <p:spPr>
          <a:xfrm>
            <a:off x="720807" y="1109473"/>
            <a:ext cx="5468347" cy="3750588"/>
          </a:xfrm>
          <a:prstGeom prst="rect">
            <a:avLst/>
          </a:prstGeom>
        </p:spPr>
      </p:pic>
      <p:sp>
        <p:nvSpPr>
          <p:cNvPr id="3" name="Content Placeholder 2">
            <a:extLst>
              <a:ext uri="{FF2B5EF4-FFF2-40B4-BE49-F238E27FC236}">
                <a16:creationId xmlns:a16="http://schemas.microsoft.com/office/drawing/2014/main" id="{244AC274-41E9-0FE6-142E-93A9128AC7D1}"/>
              </a:ext>
            </a:extLst>
          </p:cNvPr>
          <p:cNvSpPr>
            <a:spLocks noGrp="1"/>
          </p:cNvSpPr>
          <p:nvPr>
            <p:ph idx="1"/>
          </p:nvPr>
        </p:nvSpPr>
        <p:spPr>
          <a:xfrm>
            <a:off x="6618860" y="2217235"/>
            <a:ext cx="4589328" cy="2987397"/>
          </a:xfrm>
        </p:spPr>
        <p:txBody>
          <a:bodyPr>
            <a:normAutofit fontScale="92500" lnSpcReduction="20000"/>
          </a:bodyPr>
          <a:lstStyle/>
          <a:p>
            <a:endParaRPr lang="en-US" sz="1400" dirty="0"/>
          </a:p>
          <a:p>
            <a:endParaRPr lang="en-US" sz="1400" dirty="0"/>
          </a:p>
          <a:p>
            <a:endParaRPr lang="en-US" sz="1400" dirty="0"/>
          </a:p>
          <a:p>
            <a:endParaRPr lang="en-US" sz="1400" dirty="0"/>
          </a:p>
          <a:p>
            <a:r>
              <a:rPr lang="en-US" sz="1800" dirty="0"/>
              <a:t>After selecting first option to register for event you are provided with different ongoing events to register for and their fees.</a:t>
            </a:r>
          </a:p>
          <a:p>
            <a:r>
              <a:rPr lang="en-US" sz="1800" dirty="0"/>
              <a:t>To register you have to provide your name password, event fee after which you will be registered for the event, and a seat number will be provided and all these info will be stored in a .txt file.</a:t>
            </a:r>
            <a:endParaRPr lang="en-PK" sz="1800" dirty="0"/>
          </a:p>
        </p:txBody>
      </p:sp>
    </p:spTree>
    <p:extLst>
      <p:ext uri="{BB962C8B-B14F-4D97-AF65-F5344CB8AC3E}">
        <p14:creationId xmlns:p14="http://schemas.microsoft.com/office/powerpoint/2010/main" val="23404664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D7B6173-1D58-48E2-83CF-37350F315F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2EBFA83-D4DB-4CA0-B229-9E44634D7F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Picture 13">
            <a:extLst>
              <a:ext uri="{FF2B5EF4-FFF2-40B4-BE49-F238E27FC236}">
                <a16:creationId xmlns:a16="http://schemas.microsoft.com/office/drawing/2014/main" id="{B0DAC8FB-A162-44E3-A606-C855A03A5B0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88952" cy="6862380"/>
          </a:xfrm>
          <a:prstGeom prst="rect">
            <a:avLst/>
          </a:prstGeom>
        </p:spPr>
      </p:pic>
      <p:sp>
        <p:nvSpPr>
          <p:cNvPr id="16" name="Rectangle 15">
            <a:extLst>
              <a:ext uri="{FF2B5EF4-FFF2-40B4-BE49-F238E27FC236}">
                <a16:creationId xmlns:a16="http://schemas.microsoft.com/office/drawing/2014/main" id="{21BDEC81-16A7-4451-B893-C15000083B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26A515A1-4D80-430E-BE0A-71A290516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8542" y="729175"/>
            <a:ext cx="11099352" cy="5399650"/>
          </a:xfrm>
          <a:prstGeom prst="rect">
            <a:avLst/>
          </a:prstGeom>
          <a:solidFill>
            <a:schemeClr val="bg1"/>
          </a:solidFill>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pic>
        <p:nvPicPr>
          <p:cNvPr id="5" name="Picture 4">
            <a:extLst>
              <a:ext uri="{FF2B5EF4-FFF2-40B4-BE49-F238E27FC236}">
                <a16:creationId xmlns:a16="http://schemas.microsoft.com/office/drawing/2014/main" id="{0A214C55-2D04-25AA-1B71-EB05E346E45E}"/>
              </a:ext>
            </a:extLst>
          </p:cNvPr>
          <p:cNvPicPr>
            <a:picLocks noChangeAspect="1"/>
          </p:cNvPicPr>
          <p:nvPr/>
        </p:nvPicPr>
        <p:blipFill>
          <a:blip r:embed="rId3"/>
          <a:stretch>
            <a:fillRect/>
          </a:stretch>
        </p:blipFill>
        <p:spPr>
          <a:xfrm>
            <a:off x="720807" y="1346648"/>
            <a:ext cx="5468347" cy="4155943"/>
          </a:xfrm>
          <a:prstGeom prst="rect">
            <a:avLst/>
          </a:prstGeom>
        </p:spPr>
      </p:pic>
      <p:sp>
        <p:nvSpPr>
          <p:cNvPr id="3" name="Content Placeholder 2">
            <a:extLst>
              <a:ext uri="{FF2B5EF4-FFF2-40B4-BE49-F238E27FC236}">
                <a16:creationId xmlns:a16="http://schemas.microsoft.com/office/drawing/2014/main" id="{F72B1713-0CDE-D89A-3FCC-4BE147B23484}"/>
              </a:ext>
            </a:extLst>
          </p:cNvPr>
          <p:cNvSpPr>
            <a:spLocks noGrp="1"/>
          </p:cNvSpPr>
          <p:nvPr>
            <p:ph idx="1"/>
          </p:nvPr>
        </p:nvSpPr>
        <p:spPr>
          <a:xfrm>
            <a:off x="6597016" y="2965592"/>
            <a:ext cx="4589328" cy="2987397"/>
          </a:xfrm>
        </p:spPr>
        <p:txBody>
          <a:bodyPr>
            <a:normAutofit/>
          </a:bodyPr>
          <a:lstStyle/>
          <a:p>
            <a:endParaRPr lang="en-US" sz="1800"/>
          </a:p>
          <a:p>
            <a:endParaRPr lang="en-US" sz="1800"/>
          </a:p>
          <a:p>
            <a:endParaRPr lang="en-US" sz="1800"/>
          </a:p>
          <a:p>
            <a:endParaRPr lang="en-US" sz="1800"/>
          </a:p>
          <a:p>
            <a:r>
              <a:rPr lang="en-US" sz="1800"/>
              <a:t>After selecting option 2 you can review your registration for the specific event which will show all the details of your registered event, if you haven’t registered for any event, you will be met with an error. </a:t>
            </a:r>
            <a:endParaRPr lang="en-PK" sz="1800"/>
          </a:p>
        </p:txBody>
      </p:sp>
    </p:spTree>
    <p:extLst>
      <p:ext uri="{BB962C8B-B14F-4D97-AF65-F5344CB8AC3E}">
        <p14:creationId xmlns:p14="http://schemas.microsoft.com/office/powerpoint/2010/main" val="10293715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0D7B6173-1D58-48E2-83CF-37350F315F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2EBFA83-D4DB-4CA0-B229-9E44634D7F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a:extLst>
              <a:ext uri="{FF2B5EF4-FFF2-40B4-BE49-F238E27FC236}">
                <a16:creationId xmlns:a16="http://schemas.microsoft.com/office/drawing/2014/main" id="{B0DAC8FB-A162-44E3-A606-C855A03A5B0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952" cy="6862380"/>
          </a:xfrm>
          <a:prstGeom prst="rect">
            <a:avLst/>
          </a:prstGeom>
        </p:spPr>
      </p:pic>
      <p:sp>
        <p:nvSpPr>
          <p:cNvPr id="17" name="Rectangle 16">
            <a:extLst>
              <a:ext uri="{FF2B5EF4-FFF2-40B4-BE49-F238E27FC236}">
                <a16:creationId xmlns:a16="http://schemas.microsoft.com/office/drawing/2014/main" id="{21BDEC81-16A7-4451-B893-C15000083B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26A515A1-4D80-430E-BE0A-71A290516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8542" y="729175"/>
            <a:ext cx="11099352" cy="5399650"/>
          </a:xfrm>
          <a:prstGeom prst="rect">
            <a:avLst/>
          </a:prstGeom>
          <a:solidFill>
            <a:schemeClr val="bg1"/>
          </a:solidFill>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pic>
        <p:nvPicPr>
          <p:cNvPr id="5" name="Picture 4">
            <a:extLst>
              <a:ext uri="{FF2B5EF4-FFF2-40B4-BE49-F238E27FC236}">
                <a16:creationId xmlns:a16="http://schemas.microsoft.com/office/drawing/2014/main" id="{4A63FB3B-F93F-A999-8312-02BDFD3EBFD7}"/>
              </a:ext>
            </a:extLst>
          </p:cNvPr>
          <p:cNvPicPr>
            <a:picLocks noChangeAspect="1"/>
          </p:cNvPicPr>
          <p:nvPr/>
        </p:nvPicPr>
        <p:blipFill>
          <a:blip r:embed="rId4"/>
          <a:stretch>
            <a:fillRect/>
          </a:stretch>
        </p:blipFill>
        <p:spPr>
          <a:xfrm>
            <a:off x="554107" y="724795"/>
            <a:ext cx="6309630" cy="3981315"/>
          </a:xfrm>
          <a:prstGeom prst="rect">
            <a:avLst/>
          </a:prstGeom>
        </p:spPr>
      </p:pic>
      <p:sp>
        <p:nvSpPr>
          <p:cNvPr id="3" name="Content Placeholder 2">
            <a:extLst>
              <a:ext uri="{FF2B5EF4-FFF2-40B4-BE49-F238E27FC236}">
                <a16:creationId xmlns:a16="http://schemas.microsoft.com/office/drawing/2014/main" id="{13F3DF42-78B2-9449-C437-5831328B51F7}"/>
              </a:ext>
            </a:extLst>
          </p:cNvPr>
          <p:cNvSpPr>
            <a:spLocks noGrp="1"/>
          </p:cNvSpPr>
          <p:nvPr>
            <p:ph idx="1"/>
          </p:nvPr>
        </p:nvSpPr>
        <p:spPr>
          <a:xfrm>
            <a:off x="7064130" y="1807352"/>
            <a:ext cx="4589328" cy="2987397"/>
          </a:xfrm>
        </p:spPr>
        <p:txBody>
          <a:bodyPr>
            <a:normAutofit/>
          </a:bodyPr>
          <a:lstStyle/>
          <a:p>
            <a:endParaRPr lang="en-US" sz="1800" dirty="0"/>
          </a:p>
          <a:p>
            <a:endParaRPr lang="en-US" sz="1800" dirty="0"/>
          </a:p>
          <a:p>
            <a:endParaRPr lang="en-US" sz="1800" dirty="0"/>
          </a:p>
          <a:p>
            <a:endParaRPr lang="en-US" sz="1800" dirty="0"/>
          </a:p>
          <a:p>
            <a:endParaRPr lang="en-US" sz="1800" dirty="0"/>
          </a:p>
          <a:p>
            <a:r>
              <a:rPr lang="en-US" sz="1800" dirty="0"/>
              <a:t>By selecting option 3 you can submit your feedback (which will be anonymous) about the event which will we stored in a .txt feedback file.</a:t>
            </a:r>
            <a:endParaRPr lang="en-PK" sz="1800" dirty="0"/>
          </a:p>
        </p:txBody>
      </p:sp>
      <mc:AlternateContent xmlns:mc="http://schemas.openxmlformats.org/markup-compatibility/2006">
        <mc:Choice xmlns:p14="http://schemas.microsoft.com/office/powerpoint/2010/main" Requires="p14">
          <p:contentPart p14:bwMode="auto" r:id="rId5">
            <p14:nvContentPartPr>
              <p14:cNvPr id="6" name="Ink 5">
                <a:extLst>
                  <a:ext uri="{FF2B5EF4-FFF2-40B4-BE49-F238E27FC236}">
                    <a16:creationId xmlns:a16="http://schemas.microsoft.com/office/drawing/2014/main" id="{FEC3D02F-7E66-3A5A-CBE5-3A3534F79405}"/>
                  </a:ext>
                </a:extLst>
              </p14:cNvPr>
              <p14:cNvContentPartPr/>
              <p14:nvPr/>
            </p14:nvContentPartPr>
            <p14:xfrm>
              <a:off x="2603620" y="5682969"/>
              <a:ext cx="360" cy="360"/>
            </p14:xfrm>
          </p:contentPart>
        </mc:Choice>
        <mc:Fallback>
          <p:pic>
            <p:nvPicPr>
              <p:cNvPr id="6" name="Ink 5">
                <a:extLst>
                  <a:ext uri="{FF2B5EF4-FFF2-40B4-BE49-F238E27FC236}">
                    <a16:creationId xmlns:a16="http://schemas.microsoft.com/office/drawing/2014/main" id="{FEC3D02F-7E66-3A5A-CBE5-3A3534F79405}"/>
                  </a:ext>
                </a:extLst>
              </p:cNvPr>
              <p:cNvPicPr/>
              <p:nvPr/>
            </p:nvPicPr>
            <p:blipFill>
              <a:blip r:embed="rId6"/>
              <a:stretch>
                <a:fillRect/>
              </a:stretch>
            </p:blipFill>
            <p:spPr>
              <a:xfrm>
                <a:off x="2597500" y="5676849"/>
                <a:ext cx="12600" cy="12600"/>
              </a:xfrm>
              <a:prstGeom prst="rect">
                <a:avLst/>
              </a:prstGeom>
            </p:spPr>
          </p:pic>
        </mc:Fallback>
      </mc:AlternateContent>
    </p:spTree>
    <p:extLst>
      <p:ext uri="{BB962C8B-B14F-4D97-AF65-F5344CB8AC3E}">
        <p14:creationId xmlns:p14="http://schemas.microsoft.com/office/powerpoint/2010/main" val="16291699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D7B6173-1D58-48E2-83CF-37350F315F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2EBFA83-D4DB-4CA0-B229-9E44634D7F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Picture 13">
            <a:extLst>
              <a:ext uri="{FF2B5EF4-FFF2-40B4-BE49-F238E27FC236}">
                <a16:creationId xmlns:a16="http://schemas.microsoft.com/office/drawing/2014/main" id="{B0DAC8FB-A162-44E3-A606-C855A03A5B0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88952" cy="6862380"/>
          </a:xfrm>
          <a:prstGeom prst="rect">
            <a:avLst/>
          </a:prstGeom>
        </p:spPr>
      </p:pic>
      <p:sp>
        <p:nvSpPr>
          <p:cNvPr id="16" name="Rectangle 15">
            <a:extLst>
              <a:ext uri="{FF2B5EF4-FFF2-40B4-BE49-F238E27FC236}">
                <a16:creationId xmlns:a16="http://schemas.microsoft.com/office/drawing/2014/main" id="{21BDEC81-16A7-4451-B893-C15000083B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26A515A1-4D80-430E-BE0A-71A290516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8542" y="729175"/>
            <a:ext cx="11099352" cy="5399650"/>
          </a:xfrm>
          <a:prstGeom prst="rect">
            <a:avLst/>
          </a:prstGeom>
          <a:solidFill>
            <a:schemeClr val="bg1"/>
          </a:solidFill>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pic>
        <p:nvPicPr>
          <p:cNvPr id="5" name="Picture 4">
            <a:extLst>
              <a:ext uri="{FF2B5EF4-FFF2-40B4-BE49-F238E27FC236}">
                <a16:creationId xmlns:a16="http://schemas.microsoft.com/office/drawing/2014/main" id="{34FC14D2-22F8-5549-E440-85A78432A571}"/>
              </a:ext>
            </a:extLst>
          </p:cNvPr>
          <p:cNvPicPr>
            <a:picLocks noChangeAspect="1"/>
          </p:cNvPicPr>
          <p:nvPr/>
        </p:nvPicPr>
        <p:blipFill>
          <a:blip r:embed="rId3"/>
          <a:stretch>
            <a:fillRect/>
          </a:stretch>
        </p:blipFill>
        <p:spPr>
          <a:xfrm>
            <a:off x="720807" y="1414273"/>
            <a:ext cx="5468347" cy="3514142"/>
          </a:xfrm>
          <a:prstGeom prst="rect">
            <a:avLst/>
          </a:prstGeom>
        </p:spPr>
      </p:pic>
      <p:sp>
        <p:nvSpPr>
          <p:cNvPr id="3" name="Content Placeholder 2">
            <a:extLst>
              <a:ext uri="{FF2B5EF4-FFF2-40B4-BE49-F238E27FC236}">
                <a16:creationId xmlns:a16="http://schemas.microsoft.com/office/drawing/2014/main" id="{A5EAE156-93CD-2B1A-DA15-3F2E53DFCF83}"/>
              </a:ext>
            </a:extLst>
          </p:cNvPr>
          <p:cNvSpPr>
            <a:spLocks noGrp="1"/>
          </p:cNvSpPr>
          <p:nvPr>
            <p:ph idx="1"/>
          </p:nvPr>
        </p:nvSpPr>
        <p:spPr>
          <a:xfrm>
            <a:off x="6618860" y="2012317"/>
            <a:ext cx="4589328" cy="2987397"/>
          </a:xfrm>
        </p:spPr>
        <p:txBody>
          <a:bodyPr>
            <a:normAutofit/>
          </a:bodyPr>
          <a:lstStyle/>
          <a:p>
            <a:endParaRPr lang="en-US" sz="1800" dirty="0"/>
          </a:p>
          <a:p>
            <a:endParaRPr lang="en-US" sz="1800" dirty="0"/>
          </a:p>
          <a:p>
            <a:endParaRPr lang="en-US" sz="1800" dirty="0"/>
          </a:p>
          <a:p>
            <a:endParaRPr lang="en-US" sz="1800" dirty="0"/>
          </a:p>
          <a:p>
            <a:endParaRPr lang="en-US" sz="1800" dirty="0"/>
          </a:p>
          <a:p>
            <a:r>
              <a:rPr lang="en-US" sz="2400" dirty="0"/>
              <a:t>Option 4 will simply allow you to logout by terminating the program</a:t>
            </a:r>
            <a:endParaRPr lang="en-PK" sz="2400" dirty="0"/>
          </a:p>
        </p:txBody>
      </p:sp>
    </p:spTree>
    <p:extLst>
      <p:ext uri="{BB962C8B-B14F-4D97-AF65-F5344CB8AC3E}">
        <p14:creationId xmlns:p14="http://schemas.microsoft.com/office/powerpoint/2010/main" val="23271209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D7B6173-1D58-48E2-83CF-37350F315F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2EBFA83-D4DB-4CA0-B229-9E44634D7F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Picture 13">
            <a:extLst>
              <a:ext uri="{FF2B5EF4-FFF2-40B4-BE49-F238E27FC236}">
                <a16:creationId xmlns:a16="http://schemas.microsoft.com/office/drawing/2014/main" id="{B0DAC8FB-A162-44E3-A606-C855A03A5B0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88952" cy="6862380"/>
          </a:xfrm>
          <a:prstGeom prst="rect">
            <a:avLst/>
          </a:prstGeom>
        </p:spPr>
      </p:pic>
      <p:sp>
        <p:nvSpPr>
          <p:cNvPr id="16" name="Rectangle 15">
            <a:extLst>
              <a:ext uri="{FF2B5EF4-FFF2-40B4-BE49-F238E27FC236}">
                <a16:creationId xmlns:a16="http://schemas.microsoft.com/office/drawing/2014/main" id="{21BDEC81-16A7-4451-B893-C15000083B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26A515A1-4D80-430E-BE0A-71A290516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8542" y="729175"/>
            <a:ext cx="11099352" cy="5399650"/>
          </a:xfrm>
          <a:prstGeom prst="rect">
            <a:avLst/>
          </a:prstGeom>
          <a:solidFill>
            <a:schemeClr val="bg1"/>
          </a:solidFill>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pic>
        <p:nvPicPr>
          <p:cNvPr id="5" name="Picture 4">
            <a:extLst>
              <a:ext uri="{FF2B5EF4-FFF2-40B4-BE49-F238E27FC236}">
                <a16:creationId xmlns:a16="http://schemas.microsoft.com/office/drawing/2014/main" id="{37661A89-81A4-E4D9-5C4A-774229FF6774}"/>
              </a:ext>
            </a:extLst>
          </p:cNvPr>
          <p:cNvPicPr>
            <a:picLocks noChangeAspect="1"/>
          </p:cNvPicPr>
          <p:nvPr/>
        </p:nvPicPr>
        <p:blipFill>
          <a:blip r:embed="rId3"/>
          <a:stretch>
            <a:fillRect/>
          </a:stretch>
        </p:blipFill>
        <p:spPr>
          <a:xfrm>
            <a:off x="720807" y="865632"/>
            <a:ext cx="6034356" cy="3951391"/>
          </a:xfrm>
          <a:prstGeom prst="rect">
            <a:avLst/>
          </a:prstGeom>
        </p:spPr>
      </p:pic>
      <p:sp>
        <p:nvSpPr>
          <p:cNvPr id="3" name="Content Placeholder 2">
            <a:extLst>
              <a:ext uri="{FF2B5EF4-FFF2-40B4-BE49-F238E27FC236}">
                <a16:creationId xmlns:a16="http://schemas.microsoft.com/office/drawing/2014/main" id="{7ED22880-5EA5-75A1-0D88-2BABB94F7DCF}"/>
              </a:ext>
            </a:extLst>
          </p:cNvPr>
          <p:cNvSpPr>
            <a:spLocks noGrp="1"/>
          </p:cNvSpPr>
          <p:nvPr>
            <p:ph idx="1"/>
          </p:nvPr>
        </p:nvSpPr>
        <p:spPr>
          <a:xfrm>
            <a:off x="6755163" y="1829626"/>
            <a:ext cx="4589328" cy="2987397"/>
          </a:xfrm>
        </p:spPr>
        <p:txBody>
          <a:bodyPr>
            <a:normAutofit/>
          </a:bodyPr>
          <a:lstStyle/>
          <a:p>
            <a:endParaRPr lang="en-US" sz="1800" dirty="0"/>
          </a:p>
          <a:p>
            <a:endParaRPr lang="en-US" sz="1800" dirty="0"/>
          </a:p>
          <a:p>
            <a:endParaRPr lang="en-US" sz="1800" dirty="0"/>
          </a:p>
          <a:p>
            <a:endParaRPr lang="en-US" sz="1800" dirty="0"/>
          </a:p>
          <a:p>
            <a:r>
              <a:rPr lang="en-US" sz="1800" dirty="0"/>
              <a:t>Logging in as an admin will require you to authenticate yourself with a password which is stored in adminpass.txt file where it will compare the provided pass to stored pass to grant access to admin panel.</a:t>
            </a:r>
          </a:p>
        </p:txBody>
      </p:sp>
    </p:spTree>
    <p:extLst>
      <p:ext uri="{BB962C8B-B14F-4D97-AF65-F5344CB8AC3E}">
        <p14:creationId xmlns:p14="http://schemas.microsoft.com/office/powerpoint/2010/main" val="5944149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D7B6173-1D58-48E2-83CF-37350F315F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2EBFA83-D4DB-4CA0-B229-9E44634D7F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Picture 13">
            <a:extLst>
              <a:ext uri="{FF2B5EF4-FFF2-40B4-BE49-F238E27FC236}">
                <a16:creationId xmlns:a16="http://schemas.microsoft.com/office/drawing/2014/main" id="{B0DAC8FB-A162-44E3-A606-C855A03A5B0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88952" cy="6862380"/>
          </a:xfrm>
          <a:prstGeom prst="rect">
            <a:avLst/>
          </a:prstGeom>
        </p:spPr>
      </p:pic>
      <p:sp>
        <p:nvSpPr>
          <p:cNvPr id="16" name="Rectangle 15">
            <a:extLst>
              <a:ext uri="{FF2B5EF4-FFF2-40B4-BE49-F238E27FC236}">
                <a16:creationId xmlns:a16="http://schemas.microsoft.com/office/drawing/2014/main" id="{21BDEC81-16A7-4451-B893-C15000083B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26A515A1-4D80-430E-BE0A-71A290516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8542" y="729175"/>
            <a:ext cx="11099352" cy="5399650"/>
          </a:xfrm>
          <a:prstGeom prst="rect">
            <a:avLst/>
          </a:prstGeom>
          <a:solidFill>
            <a:schemeClr val="bg1"/>
          </a:solidFill>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pic>
        <p:nvPicPr>
          <p:cNvPr id="5" name="Picture 4">
            <a:extLst>
              <a:ext uri="{FF2B5EF4-FFF2-40B4-BE49-F238E27FC236}">
                <a16:creationId xmlns:a16="http://schemas.microsoft.com/office/drawing/2014/main" id="{4129D274-15C6-1612-EA09-50F9DA53F4C8}"/>
              </a:ext>
            </a:extLst>
          </p:cNvPr>
          <p:cNvPicPr>
            <a:picLocks noChangeAspect="1"/>
          </p:cNvPicPr>
          <p:nvPr/>
        </p:nvPicPr>
        <p:blipFill>
          <a:blip r:embed="rId3"/>
          <a:stretch>
            <a:fillRect/>
          </a:stretch>
        </p:blipFill>
        <p:spPr>
          <a:xfrm>
            <a:off x="720807" y="1170433"/>
            <a:ext cx="5468347" cy="4202286"/>
          </a:xfrm>
          <a:prstGeom prst="rect">
            <a:avLst/>
          </a:prstGeom>
        </p:spPr>
      </p:pic>
      <p:sp>
        <p:nvSpPr>
          <p:cNvPr id="3" name="Content Placeholder 2">
            <a:extLst>
              <a:ext uri="{FF2B5EF4-FFF2-40B4-BE49-F238E27FC236}">
                <a16:creationId xmlns:a16="http://schemas.microsoft.com/office/drawing/2014/main" id="{3B005871-3A8F-D7CA-8E51-B0507A1D9FFD}"/>
              </a:ext>
            </a:extLst>
          </p:cNvPr>
          <p:cNvSpPr>
            <a:spLocks noGrp="1"/>
          </p:cNvSpPr>
          <p:nvPr>
            <p:ph idx="1"/>
          </p:nvPr>
        </p:nvSpPr>
        <p:spPr>
          <a:xfrm>
            <a:off x="6618860" y="2376904"/>
            <a:ext cx="4589328" cy="2987397"/>
          </a:xfrm>
        </p:spPr>
        <p:txBody>
          <a:bodyPr>
            <a:normAutofit fontScale="77500" lnSpcReduction="20000"/>
          </a:bodyPr>
          <a:lstStyle/>
          <a:p>
            <a:endParaRPr lang="en-US" sz="1500" dirty="0"/>
          </a:p>
          <a:p>
            <a:endParaRPr lang="en-US" sz="1500" dirty="0"/>
          </a:p>
          <a:p>
            <a:endParaRPr lang="en-US" sz="1500" dirty="0"/>
          </a:p>
          <a:p>
            <a:endParaRPr lang="en-US" sz="1500" dirty="0"/>
          </a:p>
          <a:p>
            <a:endParaRPr lang="en-US" sz="1500" dirty="0"/>
          </a:p>
          <a:p>
            <a:r>
              <a:rPr lang="en-US" dirty="0"/>
              <a:t>After authentication you are displayed with admin panel where you can perform different operation for e.g. add event.</a:t>
            </a:r>
          </a:p>
          <a:p>
            <a:r>
              <a:rPr lang="en-US" dirty="0"/>
              <a:t>You must provide event name, code and fees.</a:t>
            </a:r>
            <a:endParaRPr lang="en-PK" dirty="0"/>
          </a:p>
        </p:txBody>
      </p:sp>
    </p:spTree>
    <p:extLst>
      <p:ext uri="{BB962C8B-B14F-4D97-AF65-F5344CB8AC3E}">
        <p14:creationId xmlns:p14="http://schemas.microsoft.com/office/powerpoint/2010/main" val="29868823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D7B6173-1D58-48E2-83CF-37350F315F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2EBFA83-D4DB-4CA0-B229-9E44634D7F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Picture 13">
            <a:extLst>
              <a:ext uri="{FF2B5EF4-FFF2-40B4-BE49-F238E27FC236}">
                <a16:creationId xmlns:a16="http://schemas.microsoft.com/office/drawing/2014/main" id="{B0DAC8FB-A162-44E3-A606-C855A03A5B0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952" cy="6862380"/>
          </a:xfrm>
          <a:prstGeom prst="rect">
            <a:avLst/>
          </a:prstGeom>
        </p:spPr>
      </p:pic>
      <p:sp>
        <p:nvSpPr>
          <p:cNvPr id="16" name="Rectangle 15">
            <a:extLst>
              <a:ext uri="{FF2B5EF4-FFF2-40B4-BE49-F238E27FC236}">
                <a16:creationId xmlns:a16="http://schemas.microsoft.com/office/drawing/2014/main" id="{21BDEC81-16A7-4451-B893-C15000083B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26A515A1-4D80-430E-BE0A-71A290516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8542" y="729175"/>
            <a:ext cx="11099352" cy="5399650"/>
          </a:xfrm>
          <a:prstGeom prst="rect">
            <a:avLst/>
          </a:prstGeom>
          <a:solidFill>
            <a:schemeClr val="bg1"/>
          </a:solidFill>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pic>
        <p:nvPicPr>
          <p:cNvPr id="5" name="Picture 4">
            <a:extLst>
              <a:ext uri="{FF2B5EF4-FFF2-40B4-BE49-F238E27FC236}">
                <a16:creationId xmlns:a16="http://schemas.microsoft.com/office/drawing/2014/main" id="{A087BB61-B8FA-0720-E853-7525A979D067}"/>
              </a:ext>
            </a:extLst>
          </p:cNvPr>
          <p:cNvPicPr>
            <a:picLocks noChangeAspect="1"/>
          </p:cNvPicPr>
          <p:nvPr/>
        </p:nvPicPr>
        <p:blipFill>
          <a:blip r:embed="rId4"/>
          <a:stretch>
            <a:fillRect/>
          </a:stretch>
        </p:blipFill>
        <p:spPr>
          <a:xfrm>
            <a:off x="720807" y="1469686"/>
            <a:ext cx="5468347" cy="3909867"/>
          </a:xfrm>
          <a:prstGeom prst="rect">
            <a:avLst/>
          </a:prstGeom>
        </p:spPr>
      </p:pic>
      <p:sp>
        <p:nvSpPr>
          <p:cNvPr id="3" name="Content Placeholder 2">
            <a:extLst>
              <a:ext uri="{FF2B5EF4-FFF2-40B4-BE49-F238E27FC236}">
                <a16:creationId xmlns:a16="http://schemas.microsoft.com/office/drawing/2014/main" id="{38D88753-10B1-EFFD-FD56-76EA03C2250D}"/>
              </a:ext>
            </a:extLst>
          </p:cNvPr>
          <p:cNvSpPr>
            <a:spLocks noGrp="1"/>
          </p:cNvSpPr>
          <p:nvPr>
            <p:ph idx="1"/>
          </p:nvPr>
        </p:nvSpPr>
        <p:spPr>
          <a:xfrm>
            <a:off x="6618860" y="2383475"/>
            <a:ext cx="4589328" cy="2987397"/>
          </a:xfrm>
        </p:spPr>
        <p:txBody>
          <a:bodyPr>
            <a:normAutofit fontScale="77500" lnSpcReduction="20000"/>
          </a:bodyPr>
          <a:lstStyle/>
          <a:p>
            <a:endParaRPr lang="en-US" sz="1700" dirty="0"/>
          </a:p>
          <a:p>
            <a:endParaRPr lang="en-US" sz="1700" dirty="0"/>
          </a:p>
          <a:p>
            <a:endParaRPr lang="en-US" sz="1700" dirty="0"/>
          </a:p>
          <a:p>
            <a:endParaRPr lang="en-US" sz="1700" dirty="0"/>
          </a:p>
          <a:p>
            <a:endParaRPr lang="en-US" sz="1700" dirty="0"/>
          </a:p>
          <a:p>
            <a:endParaRPr lang="en-US" sz="1700" dirty="0"/>
          </a:p>
          <a:p>
            <a:r>
              <a:rPr lang="en-US" sz="3000" dirty="0"/>
              <a:t>You are also provided with an option to delete specific event where you must enter the code of the event to perform such action</a:t>
            </a:r>
            <a:r>
              <a:rPr lang="en-US" sz="1700" dirty="0"/>
              <a:t>.</a:t>
            </a:r>
            <a:endParaRPr lang="en-PK" sz="1700" dirty="0"/>
          </a:p>
        </p:txBody>
      </p:sp>
    </p:spTree>
    <p:extLst>
      <p:ext uri="{BB962C8B-B14F-4D97-AF65-F5344CB8AC3E}">
        <p14:creationId xmlns:p14="http://schemas.microsoft.com/office/powerpoint/2010/main" val="400936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D7B6173-1D58-48E2-83CF-37350F315F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2EBFA83-D4DB-4CA0-B229-9E44634D7F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Picture 13">
            <a:extLst>
              <a:ext uri="{FF2B5EF4-FFF2-40B4-BE49-F238E27FC236}">
                <a16:creationId xmlns:a16="http://schemas.microsoft.com/office/drawing/2014/main" id="{B0DAC8FB-A162-44E3-A606-C855A03A5B0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88952" cy="6862380"/>
          </a:xfrm>
          <a:prstGeom prst="rect">
            <a:avLst/>
          </a:prstGeom>
        </p:spPr>
      </p:pic>
      <p:sp>
        <p:nvSpPr>
          <p:cNvPr id="16" name="Rectangle 15">
            <a:extLst>
              <a:ext uri="{FF2B5EF4-FFF2-40B4-BE49-F238E27FC236}">
                <a16:creationId xmlns:a16="http://schemas.microsoft.com/office/drawing/2014/main" id="{21BDEC81-16A7-4451-B893-C15000083B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26A515A1-4D80-430E-BE0A-71A290516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8542" y="729175"/>
            <a:ext cx="11099352" cy="5399650"/>
          </a:xfrm>
          <a:prstGeom prst="rect">
            <a:avLst/>
          </a:prstGeom>
          <a:solidFill>
            <a:schemeClr val="bg1"/>
          </a:solidFill>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pic>
        <p:nvPicPr>
          <p:cNvPr id="5" name="Picture 4">
            <a:extLst>
              <a:ext uri="{FF2B5EF4-FFF2-40B4-BE49-F238E27FC236}">
                <a16:creationId xmlns:a16="http://schemas.microsoft.com/office/drawing/2014/main" id="{5406A1CE-8EAB-2589-ACA7-A3D3C211C422}"/>
              </a:ext>
            </a:extLst>
          </p:cNvPr>
          <p:cNvPicPr>
            <a:picLocks noChangeAspect="1"/>
          </p:cNvPicPr>
          <p:nvPr/>
        </p:nvPicPr>
        <p:blipFill>
          <a:blip r:embed="rId3"/>
          <a:stretch>
            <a:fillRect/>
          </a:stretch>
        </p:blipFill>
        <p:spPr>
          <a:xfrm>
            <a:off x="720807" y="1255777"/>
            <a:ext cx="5468347" cy="4069094"/>
          </a:xfrm>
          <a:prstGeom prst="rect">
            <a:avLst/>
          </a:prstGeom>
        </p:spPr>
      </p:pic>
      <p:sp>
        <p:nvSpPr>
          <p:cNvPr id="3" name="Content Placeholder 2">
            <a:extLst>
              <a:ext uri="{FF2B5EF4-FFF2-40B4-BE49-F238E27FC236}">
                <a16:creationId xmlns:a16="http://schemas.microsoft.com/office/drawing/2014/main" id="{7A3568FB-A8A3-9C60-89F9-A1EA2106B612}"/>
              </a:ext>
            </a:extLst>
          </p:cNvPr>
          <p:cNvSpPr>
            <a:spLocks noGrp="1"/>
          </p:cNvSpPr>
          <p:nvPr>
            <p:ph idx="1"/>
          </p:nvPr>
        </p:nvSpPr>
        <p:spPr>
          <a:xfrm>
            <a:off x="6618860" y="2337474"/>
            <a:ext cx="4589328" cy="2987397"/>
          </a:xfrm>
        </p:spPr>
        <p:txBody>
          <a:bodyPr>
            <a:normAutofit lnSpcReduction="10000"/>
          </a:bodyPr>
          <a:lstStyle/>
          <a:p>
            <a:endParaRPr lang="en-US" sz="1800" dirty="0"/>
          </a:p>
          <a:p>
            <a:endParaRPr lang="en-US" sz="1800" dirty="0"/>
          </a:p>
          <a:p>
            <a:endParaRPr lang="en-US" sz="1800" dirty="0"/>
          </a:p>
          <a:p>
            <a:endParaRPr lang="en-US" sz="1800" dirty="0"/>
          </a:p>
          <a:p>
            <a:endParaRPr lang="en-US" sz="2400" dirty="0"/>
          </a:p>
          <a:p>
            <a:r>
              <a:rPr lang="en-US" sz="2400" dirty="0"/>
              <a:t>You can also view all the registered students for specific events and their details.</a:t>
            </a:r>
            <a:endParaRPr lang="en-PK" sz="2400" dirty="0"/>
          </a:p>
        </p:txBody>
      </p:sp>
    </p:spTree>
    <p:extLst>
      <p:ext uri="{BB962C8B-B14F-4D97-AF65-F5344CB8AC3E}">
        <p14:creationId xmlns:p14="http://schemas.microsoft.com/office/powerpoint/2010/main" val="948525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D7B6173-1D58-48E2-83CF-37350F315F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2EBFA83-D4DB-4CA0-B229-9E44634D7F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Picture 13">
            <a:extLst>
              <a:ext uri="{FF2B5EF4-FFF2-40B4-BE49-F238E27FC236}">
                <a16:creationId xmlns:a16="http://schemas.microsoft.com/office/drawing/2014/main" id="{B0DAC8FB-A162-44E3-A606-C855A03A5B0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88952" cy="6862380"/>
          </a:xfrm>
          <a:prstGeom prst="rect">
            <a:avLst/>
          </a:prstGeom>
        </p:spPr>
      </p:pic>
      <p:sp>
        <p:nvSpPr>
          <p:cNvPr id="16" name="Rectangle 15">
            <a:extLst>
              <a:ext uri="{FF2B5EF4-FFF2-40B4-BE49-F238E27FC236}">
                <a16:creationId xmlns:a16="http://schemas.microsoft.com/office/drawing/2014/main" id="{21BDEC81-16A7-4451-B893-C15000083B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26A515A1-4D80-430E-BE0A-71A290516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8542" y="729175"/>
            <a:ext cx="11099352" cy="5399650"/>
          </a:xfrm>
          <a:prstGeom prst="rect">
            <a:avLst/>
          </a:prstGeom>
          <a:solidFill>
            <a:schemeClr val="bg1"/>
          </a:solidFill>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pic>
        <p:nvPicPr>
          <p:cNvPr id="5" name="Picture 4">
            <a:extLst>
              <a:ext uri="{FF2B5EF4-FFF2-40B4-BE49-F238E27FC236}">
                <a16:creationId xmlns:a16="http://schemas.microsoft.com/office/drawing/2014/main" id="{6CEFF6CE-E2C7-34E1-FE33-6863AD0A00C3}"/>
              </a:ext>
            </a:extLst>
          </p:cNvPr>
          <p:cNvPicPr>
            <a:picLocks noChangeAspect="1"/>
          </p:cNvPicPr>
          <p:nvPr/>
        </p:nvPicPr>
        <p:blipFill>
          <a:blip r:embed="rId3"/>
          <a:stretch>
            <a:fillRect/>
          </a:stretch>
        </p:blipFill>
        <p:spPr>
          <a:xfrm>
            <a:off x="554106" y="724795"/>
            <a:ext cx="6042910" cy="4188581"/>
          </a:xfrm>
          <a:prstGeom prst="rect">
            <a:avLst/>
          </a:prstGeom>
        </p:spPr>
      </p:pic>
      <p:sp>
        <p:nvSpPr>
          <p:cNvPr id="3" name="Content Placeholder 2">
            <a:extLst>
              <a:ext uri="{FF2B5EF4-FFF2-40B4-BE49-F238E27FC236}">
                <a16:creationId xmlns:a16="http://schemas.microsoft.com/office/drawing/2014/main" id="{CC997E1E-F4E7-7CAF-3B3C-44F5BAEFCD7E}"/>
              </a:ext>
            </a:extLst>
          </p:cNvPr>
          <p:cNvSpPr>
            <a:spLocks noGrp="1"/>
          </p:cNvSpPr>
          <p:nvPr>
            <p:ph idx="1"/>
          </p:nvPr>
        </p:nvSpPr>
        <p:spPr>
          <a:xfrm>
            <a:off x="6612580" y="2012317"/>
            <a:ext cx="4589328" cy="2987397"/>
          </a:xfrm>
        </p:spPr>
        <p:txBody>
          <a:bodyPr>
            <a:normAutofit lnSpcReduction="10000"/>
          </a:bodyPr>
          <a:lstStyle/>
          <a:p>
            <a:endParaRPr lang="en-US" sz="1700" dirty="0"/>
          </a:p>
          <a:p>
            <a:endParaRPr lang="en-US" sz="1700" dirty="0"/>
          </a:p>
          <a:p>
            <a:endParaRPr lang="en-US" sz="1700" dirty="0"/>
          </a:p>
          <a:p>
            <a:endParaRPr lang="en-US" sz="1700" dirty="0"/>
          </a:p>
          <a:p>
            <a:endParaRPr lang="en-US" sz="1700" dirty="0"/>
          </a:p>
          <a:p>
            <a:endParaRPr lang="en-US" sz="1700" dirty="0"/>
          </a:p>
          <a:p>
            <a:r>
              <a:rPr lang="en-US" sz="2400" dirty="0"/>
              <a:t>Option 4 will allow you to view all the stored feedbacks provided by the students</a:t>
            </a:r>
            <a:r>
              <a:rPr lang="en-US" sz="1700" dirty="0"/>
              <a:t>.</a:t>
            </a:r>
            <a:endParaRPr lang="en-PK" sz="1700" dirty="0"/>
          </a:p>
        </p:txBody>
      </p:sp>
    </p:spTree>
    <p:extLst>
      <p:ext uri="{BB962C8B-B14F-4D97-AF65-F5344CB8AC3E}">
        <p14:creationId xmlns:p14="http://schemas.microsoft.com/office/powerpoint/2010/main" val="39396412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D7B6173-1D58-48E2-83CF-37350F315F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2EBFA83-D4DB-4CA0-B229-9E44634D7F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Picture 13">
            <a:extLst>
              <a:ext uri="{FF2B5EF4-FFF2-40B4-BE49-F238E27FC236}">
                <a16:creationId xmlns:a16="http://schemas.microsoft.com/office/drawing/2014/main" id="{B0DAC8FB-A162-44E3-A606-C855A03A5B0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88952" cy="6862380"/>
          </a:xfrm>
          <a:prstGeom prst="rect">
            <a:avLst/>
          </a:prstGeom>
        </p:spPr>
      </p:pic>
      <p:sp>
        <p:nvSpPr>
          <p:cNvPr id="16" name="Rectangle 15">
            <a:extLst>
              <a:ext uri="{FF2B5EF4-FFF2-40B4-BE49-F238E27FC236}">
                <a16:creationId xmlns:a16="http://schemas.microsoft.com/office/drawing/2014/main" id="{21BDEC81-16A7-4451-B893-C15000083B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26A515A1-4D80-430E-BE0A-71A290516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8542" y="729175"/>
            <a:ext cx="11099352" cy="5399650"/>
          </a:xfrm>
          <a:prstGeom prst="rect">
            <a:avLst/>
          </a:prstGeom>
          <a:solidFill>
            <a:schemeClr val="bg1"/>
          </a:solidFill>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pic>
        <p:nvPicPr>
          <p:cNvPr id="5" name="Picture 4">
            <a:extLst>
              <a:ext uri="{FF2B5EF4-FFF2-40B4-BE49-F238E27FC236}">
                <a16:creationId xmlns:a16="http://schemas.microsoft.com/office/drawing/2014/main" id="{E48DEAEA-1A91-97DA-9FC2-2FC887F8A36D}"/>
              </a:ext>
            </a:extLst>
          </p:cNvPr>
          <p:cNvPicPr>
            <a:picLocks noChangeAspect="1"/>
          </p:cNvPicPr>
          <p:nvPr/>
        </p:nvPicPr>
        <p:blipFill>
          <a:blip r:embed="rId3"/>
          <a:stretch>
            <a:fillRect/>
          </a:stretch>
        </p:blipFill>
        <p:spPr>
          <a:xfrm>
            <a:off x="720807" y="1298801"/>
            <a:ext cx="5468347" cy="4251638"/>
          </a:xfrm>
          <a:prstGeom prst="rect">
            <a:avLst/>
          </a:prstGeom>
        </p:spPr>
      </p:pic>
      <p:sp>
        <p:nvSpPr>
          <p:cNvPr id="3" name="Content Placeholder 2">
            <a:extLst>
              <a:ext uri="{FF2B5EF4-FFF2-40B4-BE49-F238E27FC236}">
                <a16:creationId xmlns:a16="http://schemas.microsoft.com/office/drawing/2014/main" id="{FE4B9E21-E469-359C-C904-EE17DED32E0E}"/>
              </a:ext>
            </a:extLst>
          </p:cNvPr>
          <p:cNvSpPr>
            <a:spLocks noGrp="1"/>
          </p:cNvSpPr>
          <p:nvPr>
            <p:ph idx="1"/>
          </p:nvPr>
        </p:nvSpPr>
        <p:spPr>
          <a:xfrm>
            <a:off x="6618860" y="2563042"/>
            <a:ext cx="4589328" cy="2987397"/>
          </a:xfrm>
        </p:spPr>
        <p:txBody>
          <a:bodyPr>
            <a:normAutofit/>
          </a:bodyPr>
          <a:lstStyle/>
          <a:p>
            <a:endParaRPr lang="en-US" sz="1800" dirty="0"/>
          </a:p>
          <a:p>
            <a:endParaRPr lang="en-US" sz="1800" dirty="0"/>
          </a:p>
          <a:p>
            <a:endParaRPr lang="en-US" sz="1800" dirty="0"/>
          </a:p>
          <a:p>
            <a:endParaRPr lang="en-US" sz="1800" dirty="0"/>
          </a:p>
          <a:p>
            <a:endParaRPr lang="en-US" sz="1800" dirty="0"/>
          </a:p>
          <a:p>
            <a:r>
              <a:rPr lang="en-US" sz="1800" dirty="0"/>
              <a:t>Admin can also view the ongoing events by selecting option 5 and option 6 will simply allow admin to logout by terminating the program.</a:t>
            </a:r>
            <a:endParaRPr lang="en-PK" sz="1800" dirty="0"/>
          </a:p>
        </p:txBody>
      </p:sp>
    </p:spTree>
    <p:extLst>
      <p:ext uri="{BB962C8B-B14F-4D97-AF65-F5344CB8AC3E}">
        <p14:creationId xmlns:p14="http://schemas.microsoft.com/office/powerpoint/2010/main" val="23917993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934F1179-B481-4F9E-BCA3-AFB972070F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ight Triangle 22">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4F456FE-4149-065B-E91C-074B92AF4224}"/>
              </a:ext>
            </a:extLst>
          </p:cNvPr>
          <p:cNvSpPr>
            <a:spLocks noGrp="1"/>
          </p:cNvSpPr>
          <p:nvPr>
            <p:ph type="title"/>
          </p:nvPr>
        </p:nvSpPr>
        <p:spPr>
          <a:xfrm>
            <a:off x="1285241" y="1008993"/>
            <a:ext cx="9231410" cy="3542045"/>
          </a:xfrm>
        </p:spPr>
        <p:txBody>
          <a:bodyPr vert="horz" lIns="91440" tIns="45720" rIns="91440" bIns="45720" rtlCol="0" anchor="b">
            <a:normAutofit/>
          </a:bodyPr>
          <a:lstStyle/>
          <a:p>
            <a:r>
              <a:rPr lang="en-US" sz="11500" kern="1200">
                <a:solidFill>
                  <a:schemeClr val="tx1"/>
                </a:solidFill>
                <a:latin typeface="+mj-lt"/>
                <a:ea typeface="+mj-ea"/>
                <a:cs typeface="+mj-cs"/>
              </a:rPr>
              <a:t>					    The End</a:t>
            </a:r>
          </a:p>
        </p:txBody>
      </p:sp>
    </p:spTree>
    <p:extLst>
      <p:ext uri="{BB962C8B-B14F-4D97-AF65-F5344CB8AC3E}">
        <p14:creationId xmlns:p14="http://schemas.microsoft.com/office/powerpoint/2010/main" val="207498823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122</TotalTime>
  <Words>492</Words>
  <Application>Microsoft Office PowerPoint</Application>
  <PresentationFormat>Widescreen</PresentationFormat>
  <Paragraphs>100</Paragraphs>
  <Slides>16</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Aptos</vt:lpstr>
      <vt:lpstr>Aptos Display</vt:lpstr>
      <vt:lpstr>Arial</vt:lpstr>
      <vt:lpstr>Office Theme</vt:lpstr>
      <vt:lpstr>Campus Event Management System (CEMS)</vt:lpstr>
      <vt:lpstr>Working Of Program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The 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Maaz Khan</dc:creator>
  <cp:lastModifiedBy>Maaz Khan</cp:lastModifiedBy>
  <cp:revision>1</cp:revision>
  <dcterms:created xsi:type="dcterms:W3CDTF">2025-12-29T13:11:23Z</dcterms:created>
  <dcterms:modified xsi:type="dcterms:W3CDTF">2025-12-29T15:13:29Z</dcterms:modified>
</cp:coreProperties>
</file>